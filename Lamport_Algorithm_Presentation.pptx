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71" r:id="rId11"/>
    <p:sldId id="270" r:id="rId12"/>
    <p:sldId id="269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063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3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90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41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33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820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71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842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1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3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451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Lamport’s Algorithm for Distributed File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Group 12</a:t>
            </a:r>
            <a:br>
              <a:rPr lang="en-IN" dirty="0"/>
            </a:br>
            <a:r>
              <a:rPr lang="en-IN" dirty="0"/>
              <a:t>Roll No. 56-63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Lamport’s algorithm ensures mutual exclusion in distributed systems.</a:t>
            </a:r>
          </a:p>
          <a:p>
            <a:r>
              <a:t>• Proposed by Leslie Lamport.</a:t>
            </a:r>
          </a:p>
          <a:p>
            <a:r>
              <a:t>• Uses logical clocks and message passing.</a:t>
            </a:r>
          </a:p>
          <a:p>
            <a:r>
              <a:t>• Ensures safe access to shared resources like 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Implement Lamport’s distributed mutual exclusion algorithm.</a:t>
            </a:r>
          </a:p>
          <a:p>
            <a:r>
              <a:t>• Allow multiple processes to request file access.</a:t>
            </a:r>
          </a:p>
          <a:p>
            <a:r>
              <a:t>• Ensure only one process accesses file at a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Hardware:</a:t>
            </a:r>
          </a:p>
          <a:p>
            <a:r>
              <a:t>• 4GB RAM, Intel i3 or above</a:t>
            </a:r>
          </a:p>
          <a:p>
            <a:r>
              <a:t>Software:</a:t>
            </a:r>
          </a:p>
          <a:p>
            <a:r>
              <a:t>• OS: Windows/Linux/Mac</a:t>
            </a:r>
          </a:p>
          <a:p>
            <a:r>
              <a:t>• Programming Language: C</a:t>
            </a:r>
          </a:p>
          <a:p>
            <a:r>
              <a:t>• Compiler: GCC/Turbo 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Simulate multiple processes.</a:t>
            </a:r>
          </a:p>
          <a:p>
            <a:r>
              <a:t>• Maintain logical timestamps.</a:t>
            </a:r>
          </a:p>
          <a:p>
            <a:r>
              <a:t>• Send request messages.</a:t>
            </a:r>
          </a:p>
          <a:p>
            <a:r>
              <a:t>• Maintain request queue.</a:t>
            </a:r>
          </a:p>
          <a:p>
            <a:r>
              <a:t>• Allow single process file access.</a:t>
            </a:r>
          </a:p>
          <a:p>
            <a:r>
              <a:t>• Release resource after execution.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Reliability: No simultaneous file access.</a:t>
            </a:r>
          </a:p>
          <a:p>
            <a:r>
              <a:t>• Correct ordering using timestamps.</a:t>
            </a:r>
          </a:p>
          <a:p>
            <a:r>
              <a:t>• Efficient resource usage.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Lamport’s Algorithm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Process sends request with timestamp.</a:t>
            </a:r>
          </a:p>
          <a:p>
            <a:r>
              <a:t>2. Each process maintains request queue.</a:t>
            </a:r>
          </a:p>
          <a:p>
            <a:r>
              <a:t>3. Requests sorted by timestamp and process ID.</a:t>
            </a:r>
          </a:p>
          <a:p>
            <a:r>
              <a:t>4. Process enters critical section when allowed.</a:t>
            </a:r>
          </a:p>
          <a:p>
            <a:r>
              <a:t>5. Resource released after execution.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(C Program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Accept number of processes.</a:t>
            </a:r>
          </a:p>
          <a:p>
            <a:r>
              <a:t>• Read timestamps.</a:t>
            </a:r>
          </a:p>
          <a:p>
            <a:r>
              <a:t>• Sort processes based on Lamport ordering.</a:t>
            </a:r>
          </a:p>
          <a:p>
            <a:r>
              <a:t>• Execute critical section sequentially.</a:t>
            </a:r>
          </a:p>
          <a:p>
            <a:r>
              <a:t>• Display order of file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1AB5-65FC-6F02-D30E-03290314B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407E5-87CB-5209-D444-CC3A46BCD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22090"/>
            <a:ext cx="7290055" cy="44048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#include&lt;stdio.h&gt;</a:t>
            </a:r>
          </a:p>
          <a:p>
            <a:pPr>
              <a:lnSpc>
                <a:spcPct val="100000"/>
              </a:lnSpc>
            </a:pPr>
            <a:r>
              <a:rPr lang="en-IN" dirty="0"/>
              <a:t>struct process {</a:t>
            </a:r>
            <a:br>
              <a:rPr lang="en-IN" dirty="0"/>
            </a:br>
            <a:r>
              <a:rPr lang="en-IN" dirty="0"/>
              <a:t>int id;</a:t>
            </a:r>
            <a:br>
              <a:rPr lang="en-IN" dirty="0"/>
            </a:br>
            <a:r>
              <a:rPr lang="en-IN" dirty="0"/>
              <a:t>int timestamp;</a:t>
            </a:r>
            <a:br>
              <a:rPr lang="en-IN" dirty="0"/>
            </a:br>
            <a:r>
              <a:rPr lang="en-IN" dirty="0"/>
              <a:t>};</a:t>
            </a:r>
          </a:p>
          <a:p>
            <a:pPr>
              <a:lnSpc>
                <a:spcPct val="100000"/>
              </a:lnSpc>
            </a:pPr>
            <a:r>
              <a:rPr lang="en-US" dirty="0"/>
              <a:t>int main() {</a:t>
            </a:r>
            <a:br>
              <a:rPr lang="en-US" dirty="0"/>
            </a:br>
            <a:r>
              <a:rPr lang="en-US" dirty="0"/>
              <a:t>	int n, </a:t>
            </a:r>
            <a:r>
              <a:rPr lang="en-US" dirty="0" err="1"/>
              <a:t>i</a:t>
            </a:r>
            <a:r>
              <a:rPr lang="en-US" dirty="0"/>
              <a:t>, j;</a:t>
            </a:r>
            <a:br>
              <a:rPr lang="en-US" dirty="0"/>
            </a:br>
            <a:r>
              <a:rPr lang="en-US" dirty="0"/>
              <a:t>	struct process p[10], temp;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("Enter number of processes: ");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scanf</a:t>
            </a:r>
            <a:r>
              <a:rPr lang="en-US" dirty="0"/>
              <a:t>("%d", &amp;n);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            </a:t>
            </a:r>
            <a:r>
              <a:rPr lang="pt-BR" dirty="0"/>
              <a:t>printf("\nEnter request timestamps:\n");</a:t>
            </a:r>
            <a:br>
              <a:rPr lang="pt-B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331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2D08D-959F-7554-75E4-A706C663A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452284"/>
            <a:ext cx="7290055" cy="5857076"/>
          </a:xfrm>
        </p:spPr>
        <p:txBody>
          <a:bodyPr/>
          <a:lstStyle/>
          <a:p>
            <a:pPr marL="128016" lvl="1" indent="0">
              <a:buNone/>
            </a:pPr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n; </a:t>
            </a:r>
            <a:r>
              <a:rPr lang="en-IN" dirty="0" err="1"/>
              <a:t>i</a:t>
            </a:r>
            <a:r>
              <a:rPr lang="en-IN" dirty="0"/>
              <a:t>++) {</a:t>
            </a:r>
            <a:br>
              <a:rPr lang="en-IN" dirty="0"/>
            </a:br>
            <a:r>
              <a:rPr lang="en-IN" dirty="0"/>
              <a:t>	p[</a:t>
            </a:r>
            <a:r>
              <a:rPr lang="en-IN" dirty="0" err="1"/>
              <a:t>i</a:t>
            </a:r>
            <a:r>
              <a:rPr lang="en-IN" dirty="0"/>
              <a:t>].id = </a:t>
            </a:r>
            <a:r>
              <a:rPr lang="en-IN" dirty="0" err="1"/>
              <a:t>i</a:t>
            </a:r>
            <a:r>
              <a:rPr lang="en-IN" dirty="0"/>
              <a:t> + 1;</a:t>
            </a:r>
            <a:br>
              <a:rPr lang="en-IN" dirty="0"/>
            </a:br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("Process %d timestamp: ", </a:t>
            </a:r>
            <a:r>
              <a:rPr lang="en-IN" dirty="0" err="1"/>
              <a:t>i</a:t>
            </a:r>
            <a:r>
              <a:rPr lang="en-IN" dirty="0"/>
              <a:t> + 1);</a:t>
            </a:r>
            <a:br>
              <a:rPr lang="en-IN" dirty="0"/>
            </a:br>
            <a:r>
              <a:rPr lang="en-IN" dirty="0"/>
              <a:t>	</a:t>
            </a:r>
            <a:r>
              <a:rPr lang="en-IN" dirty="0" err="1"/>
              <a:t>scanf</a:t>
            </a:r>
            <a:r>
              <a:rPr lang="en-IN" dirty="0"/>
              <a:t>("%d", &amp;p[</a:t>
            </a:r>
            <a:r>
              <a:rPr lang="en-IN" dirty="0" err="1"/>
              <a:t>i</a:t>
            </a:r>
            <a:r>
              <a:rPr lang="en-IN" dirty="0"/>
              <a:t>].timestamp);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for(j = </a:t>
            </a:r>
            <a:r>
              <a:rPr lang="en-IN" dirty="0" err="1"/>
              <a:t>i</a:t>
            </a:r>
            <a:r>
              <a:rPr lang="en-IN" dirty="0"/>
              <a:t> + 1; j &lt; n; </a:t>
            </a:r>
            <a:r>
              <a:rPr lang="en-IN" dirty="0" err="1"/>
              <a:t>j++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	if(p[</a:t>
            </a:r>
            <a:r>
              <a:rPr lang="en-IN" dirty="0" err="1"/>
              <a:t>i</a:t>
            </a:r>
            <a:r>
              <a:rPr lang="en-IN" dirty="0"/>
              <a:t>].timestamp &gt; p[j].timestamp ||(p[</a:t>
            </a:r>
            <a:r>
              <a:rPr lang="en-IN" dirty="0" err="1"/>
              <a:t>i</a:t>
            </a:r>
            <a:r>
              <a:rPr lang="en-IN" dirty="0"/>
              <a:t>].timestamp == p[j].timestamp &amp;&amp; p[</a:t>
            </a:r>
            <a:r>
              <a:rPr lang="en-IN" dirty="0" err="1"/>
              <a:t>i</a:t>
            </a:r>
            <a:r>
              <a:rPr lang="en-IN" dirty="0"/>
              <a:t>].id &gt; p[j].id)) {</a:t>
            </a:r>
            <a:br>
              <a:rPr lang="en-IN" dirty="0"/>
            </a:br>
            <a:r>
              <a:rPr lang="en-IN" dirty="0"/>
              <a:t>		temp = p[</a:t>
            </a:r>
            <a:r>
              <a:rPr lang="en-IN" dirty="0" err="1"/>
              <a:t>i</a:t>
            </a:r>
            <a:r>
              <a:rPr lang="en-IN" dirty="0"/>
              <a:t>];</a:t>
            </a:r>
            <a:br>
              <a:rPr lang="en-IN" dirty="0"/>
            </a:br>
            <a:r>
              <a:rPr lang="en-IN" dirty="0"/>
              <a:t>		p[</a:t>
            </a:r>
            <a:r>
              <a:rPr lang="en-IN" dirty="0" err="1"/>
              <a:t>i</a:t>
            </a:r>
            <a:r>
              <a:rPr lang="en-IN" dirty="0"/>
              <a:t>] = p[j];</a:t>
            </a:r>
            <a:br>
              <a:rPr lang="en-IN" dirty="0"/>
            </a:br>
            <a:r>
              <a:rPr lang="en-IN" dirty="0"/>
              <a:t>		p[j] = temp;</a:t>
            </a:r>
            <a:br>
              <a:rPr lang="en-IN" dirty="0"/>
            </a:br>
            <a:r>
              <a:rPr lang="en-IN" dirty="0"/>
              <a:t>		}</a:t>
            </a:r>
            <a:br>
              <a:rPr lang="en-IN" dirty="0"/>
            </a:br>
            <a:r>
              <a:rPr lang="en-IN" dirty="0"/>
              <a:t>	}</a:t>
            </a:r>
            <a:br>
              <a:rPr lang="en-IN" dirty="0"/>
            </a:br>
            <a:r>
              <a:rPr lang="en-IN" dirty="0"/>
              <a:t>}</a:t>
            </a:r>
          </a:p>
          <a:p>
            <a:pPr marL="128016" lvl="1" indent="0">
              <a:buNone/>
            </a:pP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nOrder</a:t>
            </a:r>
            <a:r>
              <a:rPr lang="en-IN" dirty="0"/>
              <a:t> of file access (Critical Section Execution):\n");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n; </a:t>
            </a:r>
            <a:r>
              <a:rPr lang="en-IN" dirty="0" err="1"/>
              <a:t>i</a:t>
            </a:r>
            <a:r>
              <a:rPr lang="en-IN" dirty="0"/>
              <a:t>++) {</a:t>
            </a:r>
            <a:br>
              <a:rPr lang="en-IN" dirty="0"/>
            </a:br>
            <a:r>
              <a:rPr lang="en-IN" dirty="0" err="1"/>
              <a:t>printf</a:t>
            </a:r>
            <a:r>
              <a:rPr lang="en-IN" dirty="0"/>
              <a:t>("Process %d enters critical section\n", p[</a:t>
            </a:r>
            <a:r>
              <a:rPr lang="en-IN" dirty="0" err="1"/>
              <a:t>i</a:t>
            </a:r>
            <a:r>
              <a:rPr lang="en-IN" dirty="0"/>
              <a:t>].id);</a:t>
            </a:r>
            <a:br>
              <a:rPr lang="en-IN" dirty="0"/>
            </a:br>
            <a:r>
              <a:rPr lang="en-IN" dirty="0" err="1"/>
              <a:t>printf</a:t>
            </a:r>
            <a:r>
              <a:rPr lang="en-IN" dirty="0"/>
              <a:t>("Process %d accessing shared file...\n", p[</a:t>
            </a:r>
            <a:r>
              <a:rPr lang="en-IN" dirty="0" err="1"/>
              <a:t>i</a:t>
            </a:r>
            <a:r>
              <a:rPr lang="en-IN" dirty="0"/>
              <a:t>].id);</a:t>
            </a:r>
            <a:br>
              <a:rPr lang="en-IN" dirty="0"/>
            </a:br>
            <a:r>
              <a:rPr lang="en-IN" dirty="0" err="1"/>
              <a:t>printf</a:t>
            </a:r>
            <a:r>
              <a:rPr lang="en-IN" dirty="0"/>
              <a:t>("Process %d leaves critical section\n\n", p[</a:t>
            </a:r>
            <a:r>
              <a:rPr lang="en-IN" dirty="0" err="1"/>
              <a:t>i</a:t>
            </a:r>
            <a:r>
              <a:rPr lang="en-IN" dirty="0"/>
              <a:t>].id);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return 0;</a:t>
            </a:r>
            <a:br>
              <a:rPr lang="en-IN" dirty="0"/>
            </a:b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94117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B240F-2E35-96F8-7C13-F8520DC1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4E810-E3FC-726F-2273-DCF8B5716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Enter number of processes: 3</a:t>
            </a:r>
          </a:p>
          <a:p>
            <a:endParaRPr lang="en-US" dirty="0"/>
          </a:p>
          <a:p>
            <a:r>
              <a:rPr lang="en-US" dirty="0"/>
              <a:t>Enter request timestamps:</a:t>
            </a:r>
          </a:p>
          <a:p>
            <a:r>
              <a:rPr lang="en-US" dirty="0"/>
              <a:t>Process 1 timestamp: 5</a:t>
            </a:r>
          </a:p>
          <a:p>
            <a:r>
              <a:rPr lang="en-US" dirty="0"/>
              <a:t>Process 2 timestamp: 2</a:t>
            </a:r>
          </a:p>
          <a:p>
            <a:r>
              <a:rPr lang="en-US" dirty="0"/>
              <a:t>Process 3 timestamp: 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9304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33A9F-A0CD-911B-4809-4DCDE010C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ACEFA-E539-41C6-DCCC-2025D06E2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818966"/>
            <a:ext cx="7290055" cy="474898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Order of file access (Critical Section Execution):</a:t>
            </a:r>
          </a:p>
          <a:p>
            <a:endParaRPr lang="en-US" dirty="0"/>
          </a:p>
          <a:p>
            <a:r>
              <a:rPr lang="en-US" dirty="0"/>
              <a:t>Process 2 enters critical section</a:t>
            </a:r>
          </a:p>
          <a:p>
            <a:r>
              <a:rPr lang="en-US" dirty="0"/>
              <a:t>Process 2 accessing shared file...</a:t>
            </a:r>
          </a:p>
          <a:p>
            <a:r>
              <a:rPr lang="en-US" dirty="0"/>
              <a:t>Process 2 leaves critical section</a:t>
            </a:r>
          </a:p>
          <a:p>
            <a:endParaRPr lang="en-US" dirty="0"/>
          </a:p>
          <a:p>
            <a:r>
              <a:rPr lang="en-US" dirty="0"/>
              <a:t>Process 1 enters critical section</a:t>
            </a:r>
          </a:p>
          <a:p>
            <a:r>
              <a:rPr lang="en-US" dirty="0"/>
              <a:t>Process 1 accessing shared file...</a:t>
            </a:r>
          </a:p>
          <a:p>
            <a:r>
              <a:rPr lang="en-US" dirty="0"/>
              <a:t>Process 1 leaves critical section</a:t>
            </a:r>
          </a:p>
          <a:p>
            <a:endParaRPr lang="en-US" dirty="0"/>
          </a:p>
          <a:p>
            <a:r>
              <a:rPr lang="en-US" dirty="0"/>
              <a:t>Process 3 enters critical section</a:t>
            </a:r>
          </a:p>
          <a:p>
            <a:r>
              <a:rPr lang="en-US" dirty="0"/>
              <a:t>Process 3 accessing shared file...</a:t>
            </a:r>
          </a:p>
          <a:p>
            <a:r>
              <a:rPr lang="en-US" dirty="0"/>
              <a:t>Process 3 leaves critical section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4313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Ensures mutual exclusion.</a:t>
            </a:r>
          </a:p>
          <a:p>
            <a:r>
              <a:t>• No shared memory required.</a:t>
            </a:r>
          </a:p>
          <a:p>
            <a:r>
              <a:t>• Maintains event ordering.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message overhead.</a:t>
            </a:r>
          </a:p>
          <a:p>
            <a:r>
              <a:t>• Slower than centralized methods.</a:t>
            </a:r>
          </a:p>
          <a:p>
            <a:r>
              <a:t>• Requires reliable communication.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96</TotalTime>
  <Words>685</Words>
  <Application>Microsoft Office PowerPoint</Application>
  <PresentationFormat>On-screen Show (4:3)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Tw Cen MT</vt:lpstr>
      <vt:lpstr>Tw Cen MT Condensed</vt:lpstr>
      <vt:lpstr>Wingdings 3</vt:lpstr>
      <vt:lpstr>Integral</vt:lpstr>
      <vt:lpstr>Lamport’s Algorithm for Distributed File System</vt:lpstr>
      <vt:lpstr>Introduction</vt:lpstr>
      <vt:lpstr>Objective</vt:lpstr>
      <vt:lpstr>System Requirements</vt:lpstr>
      <vt:lpstr>Functional Requirements</vt:lpstr>
      <vt:lpstr>Non-Functional Requirements</vt:lpstr>
      <vt:lpstr>Lamport’s Algorithm Working</vt:lpstr>
      <vt:lpstr>Implementation (C Program Overview)</vt:lpstr>
      <vt:lpstr>Code</vt:lpstr>
      <vt:lpstr>PowerPoint Presentation</vt:lpstr>
      <vt:lpstr>input</vt:lpstr>
      <vt:lpstr>Output</vt:lpstr>
      <vt:lpstr>Advantages</vt:lpstr>
      <vt:lpstr>Limitations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Jose</cp:lastModifiedBy>
  <cp:revision>2</cp:revision>
  <dcterms:created xsi:type="dcterms:W3CDTF">2013-01-27T09:14:16Z</dcterms:created>
  <dcterms:modified xsi:type="dcterms:W3CDTF">2026-02-27T07:54:17Z</dcterms:modified>
  <cp:category/>
</cp:coreProperties>
</file>